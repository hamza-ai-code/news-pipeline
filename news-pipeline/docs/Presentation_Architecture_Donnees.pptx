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Collecte et analyse des actualités (web scraping)</a:t>
            </a:r>
          </a:p>
          <a:p/>
          <a:p>
            <a:r>
              <a:t>Équipe : Zaidi Hamza — Elmer — Abdellah Mamdouh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Volume d’articles médias exploitable pour tendances, thèmes, veille.</a:t>
            </a:r>
          </a:p>
          <a:p>
            <a:pPr>
              <a:defRPr sz="2000"/>
            </a:pPr>
            <a:r>
              <a:t>Objectif : plateforme Big Data distribuée.</a:t>
            </a:r>
          </a:p>
          <a:p>
            <a:pPr>
              <a:defRPr sz="2000"/>
            </a:pPr>
            <a:r>
              <a:t>Ingestion, stockage, transformation, qualité, gouvernance, visualisation.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collecte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+ BeautifulSoup + requests.</a:t>
            </a:r>
          </a:p>
          <a:p>
            <a:pPr>
              <a:defRPr sz="2000"/>
            </a:pPr>
            <a:r>
              <a:t>Sites Maroc + international (config sources_config.py).</a:t>
            </a:r>
          </a:p>
          <a:p>
            <a:pPr>
              <a:defRPr sz="2000"/>
            </a:pPr>
            <a:r>
              <a:t>Champs : titre, auteur, date, catégorie, contenu, source, URL, pays…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batch +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Batch : DAG Airflow hourly + scraper SCRAPER_ONCE.</a:t>
            </a:r>
          </a:p>
          <a:p>
            <a:pPr>
              <a:defRPr sz="2000"/>
            </a:pPr>
            <a:r>
              <a:t>Streaming : Kafka (raw-articles) → consumer → MinIO silver.</a:t>
            </a:r>
          </a:p>
          <a:p>
            <a:pPr>
              <a:defRPr sz="2000"/>
            </a:pPr>
            <a:r>
              <a:t>Scraper : Kafka + MinIO bronze pour chaque article.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&amp; médaillon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MinIO (S3-compatible) : buckets bronze / silver / gold.</a:t>
            </a:r>
          </a:p>
          <a:p>
            <a:pPr>
              <a:defRPr sz="2000"/>
            </a:pPr>
            <a:r>
              <a:t>Bronze : JSON brut ; Silver : nettoyage + langue.</a:t>
            </a:r>
          </a:p>
          <a:p>
            <a:pPr>
              <a:defRPr sz="2000"/>
            </a:pPr>
            <a:r>
              <a:t>Gold : tables analytiques PostgreSQL + résumé JSON dans MinIO.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Entrepôt &amp;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PostgreSQL (news_dw) : articles, par jour, source, thème, pays.</a:t>
            </a:r>
          </a:p>
          <a:p>
            <a:pPr>
              <a:defRPr sz="2000"/>
            </a:pPr>
            <a:r>
              <a:t>Mots-clés pour tendances ; vues SQL pour Grafana.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DAG news_pipeline : scrape → bronze→silver → silver→gold → DQ.</a:t>
            </a:r>
          </a:p>
          <a:p>
            <a:pPr>
              <a:defRPr sz="2000"/>
            </a:pPr>
            <a:r>
              <a:t>UI http://localhost:8080 — admin / admin (démo).</a:t>
            </a:r>
          </a:p>
          <a:p>
            <a:pPr>
              <a:defRPr sz="2000"/>
            </a:pPr>
            <a:r>
              <a:t>Image Docker custom : dépendances pré-installées (démarrage fiable).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Qualité, gouvernance, visualisation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DQ : complétude, validité, cohérence → table dq_checks.</a:t>
            </a:r>
          </a:p>
          <a:p>
            <a:pPr>
              <a:defRPr sz="2000"/>
            </a:pPr>
            <a:r>
              <a:t>data_catalog : inventaire des jeux de données.</a:t>
            </a:r>
          </a:p>
          <a:p>
            <a:pPr>
              <a:defRPr sz="2000"/>
            </a:pPr>
            <a:r>
              <a:t>Grafana : tendances, volumes, mots-clés, pays, thèmes.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 Airflow ne s’ouvre 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docker compose ps / logs airflow — attendre 2–5 min après démarrage.</a:t>
            </a:r>
          </a:p>
          <a:p>
            <a:pPr>
              <a:defRPr sz="2000"/>
            </a:pPr>
            <a:r>
              <a:t>Conflit port 8080 → mapper 8081:8080.</a:t>
            </a:r>
          </a:p>
          <a:p>
            <a:pPr>
              <a:defRPr sz="2000"/>
            </a:pPr>
            <a:r>
              <a:t>Docker : augmenter la RAM ; tester http://127.0.0.1:8080.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Architecture alignée sur le cahier des charges.</a:t>
            </a:r>
          </a:p>
          <a:p>
            <a:pPr>
              <a:defRPr sz="2000"/>
            </a:pPr>
            <a:r>
              <a:t>Pistes : fake news (ML), séparation DB Airflow / DW.</a:t>
            </a:r>
          </a:p>
          <a:p>
            <a:pPr>
              <a:defRPr sz="2000"/>
            </a:pPr>
            <a:r>
              <a:t>Merci — Zaidi Hamza — Elmer — Abdellah Mamdouh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